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118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A1F8-B952-EC22-1853-1E2A1E06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F7B16-C9DB-2C44-E2A8-4142401D0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CB11D-94F4-7212-0180-28B75830E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DE99-2A23-97AD-F649-FB4046EB4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74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0AC78-1CD1-5DA2-385D-B6794955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D45DD3E-9EAD-E3C8-E95F-D973C5F4B650}"/>
              </a:ext>
            </a:extLst>
          </p:cNvPr>
          <p:cNvSpPr/>
          <p:nvPr/>
        </p:nvSpPr>
        <p:spPr>
          <a:xfrm>
            <a:off x="1112520" y="2679365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WSP AI GENERATED IMAGES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DNOC Sans XBold" panose="020B0804020202020204" pitchFamily="34" charset="-78"/>
              <a:ea typeface="Cambria" pitchFamily="34" charset="-122"/>
              <a:cs typeface="ADNOC Sans XBold" panose="020B0804020202020204" pitchFamily="34" charset="-78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06F08C54-562B-3107-25B4-53D0A95360B4}"/>
              </a:ext>
            </a:extLst>
          </p:cNvPr>
          <p:cNvSpPr/>
          <p:nvPr/>
        </p:nvSpPr>
        <p:spPr>
          <a:xfrm>
            <a:off x="1112520" y="345056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Engineering Tomorrow </a:t>
            </a:r>
            <a:r>
              <a:rPr kumimoji="0" lang="ar-AE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|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AI-Assisted Brand Film Concept for WSP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27" name="Image 0" descr="wsp_logo.png">
            <a:extLst>
              <a:ext uri="{FF2B5EF4-FFF2-40B4-BE49-F238E27FC236}">
                <a16:creationId xmlns:a16="http://schemas.microsoft.com/office/drawing/2014/main" id="{228FB97B-C1B9-C71F-048A-DD34D883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60" y="1119295"/>
            <a:ext cx="1554480" cy="74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8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CREATIVE PROCESS</a:t>
            </a:r>
            <a:endParaRPr lang="en-US" sz="1100" dirty="0">
              <a:solidFill>
                <a:srgbClr val="C8102E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94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AI-GENERATED SUPPORTING IMAGES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"Concept images generated to explore visual direction. Selected frames were then animated and refined into motion sequences for the final film."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19110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8" name="Image 1" descr="gal_hologram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2157984"/>
            <a:ext cx="3410712" cy="19019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34256" y="19110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  </a:t>
            </a:r>
            <a:r>
              <a:rPr lang="en-US" sz="105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— Final Film</a:t>
            </a:r>
          </a:p>
        </p:txBody>
      </p:sp>
      <p:pic>
        <p:nvPicPr>
          <p:cNvPr id="10" name="Image 2" descr="gal_sunset_fin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4256" y="2157984"/>
            <a:ext cx="3410712" cy="19019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82128" y="19110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12" name="Image 3" descr="gal_pointing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82128" y="2157984"/>
            <a:ext cx="3410712" cy="1901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" y="41970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  </a:t>
            </a:r>
            <a:r>
              <a:rPr lang="en-US" sz="105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— Final Film</a:t>
            </a:r>
          </a:p>
        </p:txBody>
      </p:sp>
      <p:pic>
        <p:nvPicPr>
          <p:cNvPr id="14" name="Image 4" descr="gal_bridge_indoor_final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4944" y="4443984"/>
            <a:ext cx="3410712" cy="18470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34256" y="41970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16" name="Image 5" descr="gal_bridge_construction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34256" y="4443984"/>
            <a:ext cx="3410712" cy="18470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882128" y="41970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18" name="Image 6" descr="gal_meeting_room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82128" y="4443984"/>
            <a:ext cx="3410712" cy="1847088"/>
          </a:xfrm>
          <a:prstGeom prst="rect">
            <a:avLst/>
          </a:prstGeom>
        </p:spPr>
      </p:pic>
      <p:sp>
        <p:nvSpPr>
          <p:cNvPr id="20" name="Text 29">
            <a:extLst>
              <a:ext uri="{FF2B5EF4-FFF2-40B4-BE49-F238E27FC236}">
                <a16:creationId xmlns:a16="http://schemas.microsoft.com/office/drawing/2014/main" id="{F65242D7-EA89-517D-53D9-41F0414589AD}"/>
              </a:ext>
            </a:extLst>
          </p:cNvPr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CREATIVE PROCESS</a:t>
            </a:r>
            <a:endParaRPr lang="en-US" sz="1100" dirty="0">
              <a:solidFill>
                <a:srgbClr val="C8102E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94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AI-GENERATED SUPPORTING IMAGES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"Concept images generated to explore visual direction. Selected frames were then animated and refined into motion sequences for the final film."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186537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8" name="Image 1" descr="gal_touchscreen_tab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2112264"/>
            <a:ext cx="3410712" cy="19019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415137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  </a:t>
            </a:r>
            <a:r>
              <a:rPr lang="en-US" sz="105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— Final Film</a:t>
            </a:r>
          </a:p>
        </p:txBody>
      </p:sp>
      <p:pic>
        <p:nvPicPr>
          <p:cNvPr id="10" name="Image 2" descr="gal_meeting_fin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" y="4398264"/>
            <a:ext cx="3401568" cy="18470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43400" y="2432304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Exploration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12" name="Image 3" descr="gal_storyboard_composit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43400" y="2679192"/>
            <a:ext cx="7050024" cy="2990088"/>
          </a:xfrm>
          <a:prstGeom prst="rect">
            <a:avLst/>
          </a:prstGeom>
        </p:spPr>
      </p:pic>
      <p:sp>
        <p:nvSpPr>
          <p:cNvPr id="14" name="Text 29">
            <a:extLst>
              <a:ext uri="{FF2B5EF4-FFF2-40B4-BE49-F238E27FC236}">
                <a16:creationId xmlns:a16="http://schemas.microsoft.com/office/drawing/2014/main" id="{18B4B354-A915-721F-AC92-45D0A30A2567}"/>
              </a:ext>
            </a:extLst>
          </p:cNvPr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wsp_logo.png">
            <a:extLst>
              <a:ext uri="{FF2B5EF4-FFF2-40B4-BE49-F238E27FC236}">
                <a16:creationId xmlns:a16="http://schemas.microsoft.com/office/drawing/2014/main" id="{8BEB088F-A964-C19B-229A-FB8C11864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2743200"/>
            <a:ext cx="1554480" cy="74615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370E0E7D-C11D-5AA7-F40B-BBA6CCE8A3A5}"/>
              </a:ext>
            </a:extLst>
          </p:cNvPr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THANK YOU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ADNOC Sans Medium</vt:lpstr>
      <vt:lpstr>ADNOC Sans XBold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Hussein Masri</cp:lastModifiedBy>
  <cp:revision>4</cp:revision>
  <dcterms:created xsi:type="dcterms:W3CDTF">2026-08-06T19:25:18Z</dcterms:created>
  <dcterms:modified xsi:type="dcterms:W3CDTF">2026-08-06T20:38:06Z</dcterms:modified>
</cp:coreProperties>
</file>